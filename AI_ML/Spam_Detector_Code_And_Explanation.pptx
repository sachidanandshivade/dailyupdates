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Spam Email Detection using Naive Bayes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 First, Then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as pd</a:t>
            </a:r>
          </a:p>
          <a:p>
            <a:r>
              <a:t>from sklearn.feature_extraction.text import CountVectorizer</a:t>
            </a:r>
          </a:p>
          <a:p>
            <a:r>
              <a:t>from sklearn.naive_bayes import MultinomialNB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= {</a:t>
            </a:r>
          </a:p>
          <a:p>
            <a:r>
              <a:t>    "email": [</a:t>
            </a:r>
          </a:p>
          <a:p>
            <a:r>
              <a:t>        "Win lottery now",</a:t>
            </a:r>
          </a:p>
          <a:p>
            <a:r>
              <a:t>        "Free money waiting",</a:t>
            </a:r>
          </a:p>
          <a:p>
            <a:r>
              <a:t>        "Project meeting at 5 PM",</a:t>
            </a:r>
          </a:p>
          <a:p>
            <a:r>
              <a:t>        "Team update attached",</a:t>
            </a:r>
          </a:p>
          <a:p>
            <a:r>
              <a:t>        "Claim your prize now",</a:t>
            </a:r>
          </a:p>
          <a:p>
            <a:r>
              <a:t>        "Meeting agenda for tomorrow"</a:t>
            </a:r>
          </a:p>
          <a:p>
            <a:r>
              <a:t>    ],</a:t>
            </a:r>
          </a:p>
          <a:p>
            <a:r>
              <a:t>    "label": [</a:t>
            </a:r>
          </a:p>
          <a:p>
            <a:r>
              <a:t>        "spam","spam","ham",</a:t>
            </a:r>
          </a:p>
          <a:p>
            <a:r>
              <a:t>        "ham","spam","ham"</a:t>
            </a:r>
          </a:p>
          <a:p>
            <a:r>
              <a:t>    ]</a:t>
            </a:r>
          </a:p>
          <a:p>
            <a:r>
              <a:t>}</a:t>
            </a:r>
          </a:p>
          <a:p/>
          <a:p>
            <a:r>
              <a:t>df = pd.DataFrame(data)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vectorizer = CountVectorizer()</a:t>
            </a:r>
          </a:p>
          <a:p>
            <a:r>
              <a:t>X = vectorizer.fit_transform(df["email"])</a:t>
            </a:r>
          </a:p>
          <a:p>
            <a:r>
              <a:t>y = df["label"]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= MultinomialNB()</a:t>
            </a:r>
          </a:p>
          <a:p>
            <a:r>
              <a:t>model.fit(X, 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True:</a:t>
            </a:r>
          </a:p>
          <a:p>
            <a:r>
              <a:t>    email = input("Enter Email: ")</a:t>
            </a:r>
          </a:p>
          <a:p>
            <a:r>
              <a:t>    email_vector = vectorizer.transform([email])</a:t>
            </a:r>
          </a:p>
          <a:p>
            <a:r>
              <a:t>    prediction = model.predict(email_vector)</a:t>
            </a:r>
          </a:p>
          <a:p>
            <a:r>
              <a:t>    print(prediction[0])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 handles tables. CountVectorizer converts text into numbers. MultinomialNB is the Naive Bayes classifier.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Emails are labeled as spam or ham (normal email).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dictionary is converted into a table using pandas DataFrame.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CountVectorizer learns vocabulary and converts emails into numeric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model.fit(X, y) calculates probabilities and creates a trained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new email is transformed into numbers and passed to model.predict().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 -&gt; Vectorizer -&gt; Naive Bayes -&gt; Model -&gt;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 + Algorithm = Model. Model + New Email =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